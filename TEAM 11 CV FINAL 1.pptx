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6" r:id="rId8"/>
    <p:sldId id="263" r:id="rId9"/>
    <p:sldId id="268" r:id="rId10"/>
    <p:sldId id="264" r:id="rId11"/>
    <p:sldId id="269" r:id="rId12"/>
    <p:sldId id="265" r:id="rId13"/>
    <p:sldId id="270" r:id="rId14"/>
    <p:sldId id="271" r:id="rId15"/>
    <p:sldId id="272" r:id="rId16"/>
    <p:sldId id="273" r:id="rId17"/>
    <p:sldId id="274" r:id="rId18"/>
    <p:sldId id="261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2682-3498-7D84-6274-BC755ACBE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2006A-1661-6A82-3EE0-0B1C64C61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11788-B654-538F-E2EF-4B974BE42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AA35D-0078-B0E0-47A6-E58D2F94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4847B-8618-14F2-42EA-7C9942D5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62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C2F8-1847-1DBE-75EF-510B556AE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164CA-9D95-C0AB-7F88-B39C99526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01B53-6DBE-05F4-DB57-966F78E0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9A9DE-F15C-F09B-705A-45F4E8DF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6291F-8EB6-F13F-D061-12818145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27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BD0D-A8F7-7645-BAA8-065FF6E4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CB2FE-8731-3BE9-3C4A-25DEC3CE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D751F-4393-5A7A-EB9E-7A438F14E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37B30-BB22-4A6C-6550-8D8EF44E8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83C0A-CA77-940A-DCAE-0321E0DD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06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96C43-E607-D420-5E1C-71F518BC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ADE91-9293-1093-5106-8801F3011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096EC-71D5-D171-CA81-C44405731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D3E8D-81CD-2658-E93D-D80FA3B1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87CF9-5DA6-CE2B-92ED-A1A977F91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C283F-C8CC-ABB2-C2F6-8FB69862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63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AAD7-C384-70C9-C164-733448DC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F67B6-437D-9C35-9A11-733B6662C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868E6-F535-50E8-A62A-A89848030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E161A-E04B-DACF-8212-5EDB49F99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14DFDD-39B2-A46F-A99F-6848639EF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6CD604-34CF-5178-31A1-43D5CBBA1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606104-5A2C-85A0-83B9-72CADA0C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B4FAF-50BB-867C-9B32-7324FE81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80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44CA-2DF0-FE83-04C0-EA99D3C3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2BB0B-6704-EC7E-4D75-5E9B9B13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816B8-8C45-AC2B-A513-F196A1AA8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15DF5-9162-B45A-84D4-F6D7FA88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127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2D22B-B614-72DF-EBA6-1384ABB4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C4510B-D4F3-31AB-6061-414B5429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CFB21-DF9A-E79B-8335-20962715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956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5157C-C5A4-4F4A-C1F1-42A23A13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8AB76-823E-AF54-3D98-E1564B529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FDB42-A8B8-D819-DEDB-C896926DC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D29E0-884E-8B9B-C410-330E44DB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EA004-2B36-4A5A-2A4E-D22078AD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523BD-A867-974D-69B4-FF149E5F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04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E1EC-710F-3308-E7E1-8B8DBC4C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81348-CCF5-AA60-13DF-F272CB292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D549F-A080-3451-30DB-1CEA5E6BF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F0C37-D26B-E6A3-7250-AD26440BC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DD04D-FD46-E7D8-4F0F-22F42204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C25F3-F347-2E8F-D334-B4A8E360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1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9C45-4C25-D2CD-F594-8A69EA2DD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9C258-943E-8B2E-5953-000A52E4C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92C26-C8EF-C89D-0AD4-B5CB1FDD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B6293-F9BB-35D2-C515-150BA47D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B1DD0-61E9-8E34-AEDD-A2F83DB6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56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ACEEA7-2AFC-D60B-39AB-38F3D845D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BC5F5-2C31-5CFD-5CE7-B9A617DD2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4D4CE-ED0D-09E3-CC24-B0A7DB60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71956-47B3-7FBC-EDB2-F1BA5103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57C4A-AB3D-3CDF-0A28-7094DC1E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920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29FE2-2AFB-E6D0-D746-2ACA5900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9E82B-AED6-B340-E819-FB3E74E50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8A276-AAB8-4806-BFFC-538E3AF29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A79BC-5ADE-4126-9F39-AF40F165DAA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F1120-33BF-BF51-C374-1B5A52976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9C0F7-1473-17C7-C6DE-577FEEEFE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76B3A-2023-4202-99C3-6EB3B54BEF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69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link.springer.com/article/10.1007/s10044-025-01461-6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A68C-94DB-C5CE-C2E5-480BB2B7F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033" y="1677178"/>
            <a:ext cx="9144000" cy="2387600"/>
          </a:xfrm>
        </p:spPr>
        <p:txBody>
          <a:bodyPr/>
          <a:lstStyle/>
          <a:p>
            <a:r>
              <a:rPr lang="en-IN" sz="45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 and Smoke Detection</a:t>
            </a:r>
            <a:b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65FD-DF70-5724-7A16-B9345F723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7380" y="3567063"/>
            <a:ext cx="7713306" cy="1096347"/>
          </a:xfrm>
        </p:spPr>
        <p:txBody>
          <a:bodyPr/>
          <a:lstStyle/>
          <a:p>
            <a:r>
              <a:rPr lang="en-IN" sz="3600" b="1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ITA0515 - COMPUTER VISION</a:t>
            </a:r>
          </a:p>
          <a:p>
            <a:endParaRPr lang="en-IN" dirty="0"/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B1D07243-7442-9676-86A6-B822051EC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22" y="69673"/>
            <a:ext cx="11402008" cy="1408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22B8FA-AF33-C57B-6A62-6855D1E87629}"/>
              </a:ext>
            </a:extLst>
          </p:cNvPr>
          <p:cNvSpPr txBox="1"/>
          <p:nvPr/>
        </p:nvSpPr>
        <p:spPr>
          <a:xfrm>
            <a:off x="348450" y="5262044"/>
            <a:ext cx="3346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Dr .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Carmel Mary Belinda M J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7CAE45-E701-A652-D9E5-AC15021CE511}"/>
              </a:ext>
            </a:extLst>
          </p:cNvPr>
          <p:cNvSpPr txBox="1"/>
          <p:nvPr/>
        </p:nvSpPr>
        <p:spPr>
          <a:xfrm>
            <a:off x="7651102" y="5165231"/>
            <a:ext cx="3918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A.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Shiva Shankar Reddy</a:t>
            </a: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192425174)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K.Mounith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(192425090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917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87A2-4C5C-9DF4-D004-B59F15F87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6765"/>
            <a:ext cx="10515600" cy="132556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  <a:t> </a:t>
            </a:r>
            <a:r>
              <a:rPr lang="en-IN" b="1" i="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BB1F3-22F9-8D98-A1E3-578B15106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36" y="2118611"/>
            <a:ext cx="6691603" cy="4351338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 accidents can cause loss of life and property.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fire and smoke helps prevent major damage.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image processing to identify fire and smoke from images or videos.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the image, detects fire, and generates an alarm.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in homes, industries, offices, and public places for safety.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32B41EFE-3507-E294-DE04-8BF9A24B5C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519849" y="223623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BBB0D243-0B6E-2C52-BA81-8B4AB68C4B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02820" y="223623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Video Analytics in Smoke and Fire Detection: Revolutionizing Fire Safety -  Daten &amp; Wissen">
            <a:extLst>
              <a:ext uri="{FF2B5EF4-FFF2-40B4-BE49-F238E27FC236}">
                <a16:creationId xmlns:a16="http://schemas.microsoft.com/office/drawing/2014/main" id="{E49DBDF4-A361-04DC-BE67-E3BDBB9AC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731" y="2242327"/>
            <a:ext cx="4410269" cy="3440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287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DEA2-1B89-57B7-F523-5251112AC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474" y="406019"/>
            <a:ext cx="10515600" cy="132556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BF4AE-CE44-A653-2D38-944181C88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26" y="2038328"/>
            <a:ext cx="8662365" cy="4351338"/>
          </a:xfrm>
        </p:spPr>
        <p:txBody>
          <a:bodyPr>
            <a:normAutofit fontScale="92500" lnSpcReduction="20000"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 accidents cause serious loss of life and property.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is important for safety and damage prevention.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may not detect every situation quickly.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Computer Vision to detect fire and smoke from images and videos.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fast and automated detection.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an early warning when fire or smoke is detected.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in homes, industries, offices, warehouses, and public places.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is to improve safety and reduce fire-related damage.</a:t>
            </a:r>
          </a:p>
          <a:p>
            <a:pPr marL="0" indent="0" algn="l">
              <a:buNone/>
            </a:pPr>
            <a:endParaRPr lang="en-IN" dirty="0"/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C1B54F9E-44F6-1F3C-0194-2F69CFD9B1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398551" y="406019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EED39B16-E26C-6948-9E3E-8B7146C3DE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40142" y="415447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6FB524-112D-09D7-8ACF-6D7B1A2C16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597" y="2306519"/>
            <a:ext cx="3277709" cy="251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2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1B34-8B33-4612-EBD2-32817A64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1615"/>
            <a:ext cx="10515600" cy="132556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FD2BF-B325-D6FB-6F3B-5F9FFDAB7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45" y="2437138"/>
            <a:ext cx="7410061" cy="2914326"/>
          </a:xfrm>
        </p:spPr>
        <p:txBody>
          <a:bodyPr>
            <a:normAutofit fontScale="25000" lnSpcReduction="2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11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fire and smoke at an early stage.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1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image quality for better detection.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1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fire accurately using image processing techniques.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1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an alarm immediately after fire detection.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1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damage by providing quick alerts.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1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safety in homes and industries</a:t>
            </a:r>
            <a:r>
              <a:rPr lang="en-US" sz="11200" b="0" i="0" dirty="0">
                <a:solidFill>
                  <a:srgbClr val="0D0D0D"/>
                </a:solidFill>
                <a:effectLst/>
                <a:latin typeface="Aptos Narrow" panose="020B0004020202020204" pitchFamily="34" charset="0"/>
              </a:rPr>
              <a:t>.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BCB3C36C-5A56-E464-5AE6-49ABBB7D3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519849" y="223623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076369C1-7AD3-6206-10A5-4CA5EF4D9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30811" y="36512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Forest Fire &amp; Smoke Detection Using Deep Learning">
            <a:extLst>
              <a:ext uri="{FF2B5EF4-FFF2-40B4-BE49-F238E27FC236}">
                <a16:creationId xmlns:a16="http://schemas.microsoft.com/office/drawing/2014/main" id="{97716AA9-64CF-DB6C-2B48-D09C5E144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682" y="2376359"/>
            <a:ext cx="4242318" cy="303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577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4364-F2DB-D310-7AF2-4E566BFF2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0571"/>
            <a:ext cx="10515600" cy="132556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B8BF7-4A95-8670-CF6A-220BDA162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2906"/>
            <a:ext cx="6365033" cy="4351338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cannot detect fire all the time.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smoke sensors may not detect fire quickly in large areas.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image quality can reduce detection accuracy.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 in fire detection may cause severe damage.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smart system is needed to automatically detect fire and generate instant alerts.</a:t>
            </a:r>
          </a:p>
          <a:p>
            <a:endParaRPr lang="en-IN" dirty="0"/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FAED689E-309E-AD15-7DA0-5A3A43BFE1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479019" y="349748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E0370DB7-2D42-916F-AA0E-5B5B8990D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30811" y="36512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Fire and Smoke Detection with Computer Vision | ImageVision.ai">
            <a:extLst>
              <a:ext uri="{FF2B5EF4-FFF2-40B4-BE49-F238E27FC236}">
                <a16:creationId xmlns:a16="http://schemas.microsoft.com/office/drawing/2014/main" id="{AAE0F302-7909-F7F7-92FD-E9979080E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290" y="2228924"/>
            <a:ext cx="4422710" cy="355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40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AEDC-AC33-2925-DA58-6630CEA87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7D87BB-DA55-FB0B-167B-583E4DAB60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165875"/>
              </p:ext>
            </p:extLst>
          </p:nvPr>
        </p:nvGraphicFramePr>
        <p:xfrm>
          <a:off x="0" y="-74645"/>
          <a:ext cx="12298680" cy="6932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216">
                  <a:extLst>
                    <a:ext uri="{9D8B030D-6E8A-4147-A177-3AD203B41FA5}">
                      <a16:colId xmlns:a16="http://schemas.microsoft.com/office/drawing/2014/main" val="3956170501"/>
                    </a:ext>
                  </a:extLst>
                </a:gridCol>
                <a:gridCol w="1873397">
                  <a:extLst>
                    <a:ext uri="{9D8B030D-6E8A-4147-A177-3AD203B41FA5}">
                      <a16:colId xmlns:a16="http://schemas.microsoft.com/office/drawing/2014/main" val="1153627555"/>
                    </a:ext>
                  </a:extLst>
                </a:gridCol>
                <a:gridCol w="2304861">
                  <a:extLst>
                    <a:ext uri="{9D8B030D-6E8A-4147-A177-3AD203B41FA5}">
                      <a16:colId xmlns:a16="http://schemas.microsoft.com/office/drawing/2014/main" val="1691799229"/>
                    </a:ext>
                  </a:extLst>
                </a:gridCol>
                <a:gridCol w="1711492">
                  <a:extLst>
                    <a:ext uri="{9D8B030D-6E8A-4147-A177-3AD203B41FA5}">
                      <a16:colId xmlns:a16="http://schemas.microsoft.com/office/drawing/2014/main" val="433555346"/>
                    </a:ext>
                  </a:extLst>
                </a:gridCol>
                <a:gridCol w="1711492">
                  <a:extLst>
                    <a:ext uri="{9D8B030D-6E8A-4147-A177-3AD203B41FA5}">
                      <a16:colId xmlns:a16="http://schemas.microsoft.com/office/drawing/2014/main" val="99188237"/>
                    </a:ext>
                  </a:extLst>
                </a:gridCol>
                <a:gridCol w="1711492">
                  <a:extLst>
                    <a:ext uri="{9D8B030D-6E8A-4147-A177-3AD203B41FA5}">
                      <a16:colId xmlns:a16="http://schemas.microsoft.com/office/drawing/2014/main" val="3841861363"/>
                    </a:ext>
                  </a:extLst>
                </a:gridCol>
                <a:gridCol w="2029730">
                  <a:extLst>
                    <a:ext uri="{9D8B030D-6E8A-4147-A177-3AD203B41FA5}">
                      <a16:colId xmlns:a16="http://schemas.microsoft.com/office/drawing/2014/main" val="3680463014"/>
                    </a:ext>
                  </a:extLst>
                </a:gridCol>
              </a:tblGrid>
              <a:tr h="401412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408986"/>
                  </a:ext>
                </a:extLst>
              </a:tr>
              <a:tr h="2207766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Diego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Gragnaniello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 and Smoke Detection from Videos: A Literature Review Under a Novel Taxonomy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 Research and Management Exchange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deep learning and computer vision techniques for video-based fire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many datasets and methods; useful for understanding current approaches.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paper only; does not propose a new detection model.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09061"/>
                  </a:ext>
                </a:extLst>
              </a:tr>
              <a:tr h="2082250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Ammar Amjad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Fire and Smoke Detection Module with Enhanced Feature Integration and Attention Mechanisms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 Analysis and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Attention mechanism with deep learning for fire and smoke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detection accuracy and better feature extraction.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 large labeled dataset and higher computational cost.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480785"/>
                  </a:ext>
                </a:extLst>
              </a:tr>
              <a:tr h="2241217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Umesh Kumar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Lilhore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time fire and smoke detection using vision transformers and spatiotemporal learning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 combined with spatiotemporal learning for analyzing fire and smoke in images and video.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both spatial and temporal information; suitable for video-based monitoring.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computationally intensive than lightweight CNN or YOLO models.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279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35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C61E-06D9-B01B-1AB0-E25DE773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580" y="486423"/>
            <a:ext cx="7847046" cy="1325563"/>
          </a:xfrm>
        </p:spPr>
        <p:txBody>
          <a:bodyPr/>
          <a:lstStyle/>
          <a:p>
            <a:endParaRPr lang="en-IN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4A9F7D-ABDF-8917-69BB-7CDF5CCAB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960" y="307910"/>
            <a:ext cx="7847046" cy="6063667"/>
          </a:xfrm>
        </p:spPr>
      </p:pic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4EC55F7E-608A-0877-9353-442F9DA965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398551" y="406019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67951160-1901-5296-63D8-5B46153F33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40142" y="415447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810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A1ED-02D5-7932-A0D5-0448FB94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942" y="712365"/>
            <a:ext cx="9476842" cy="132556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1: Image Enhancement</a:t>
            </a:r>
            <a:b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11550-43D9-12F9-197F-97FC1E668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2226842"/>
            <a:ext cx="7979229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 the input image or video from a camera.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image quality by removing noise.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Adjust brightness and contrast.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the image for better fire detection.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and clear image 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for processing.</a:t>
            </a:r>
          </a:p>
          <a:p>
            <a:endParaRPr lang="en-IN" dirty="0"/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17E21040-353D-5119-868C-9CC3E4E800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479019" y="349748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8DF4795B-E3B9-0D49-16CA-DEBF1C3FD2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30811" y="36512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049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E594-3A1C-384D-93E3-A8C5224D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1 OUTPUT </a:t>
            </a:r>
            <a:endParaRPr lang="en-IN" b="1" dirty="0">
              <a:solidFill>
                <a:srgbClr val="FFC000"/>
              </a:solidFill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994F51C2-79C8-2D78-6310-888CF8A2A6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479019" y="349748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D80AEF26-2F7B-0E5D-0F7B-E840F1E116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30811" y="36512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08AF4C-060D-58A2-070B-5A588CDCD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1778970"/>
            <a:ext cx="12192000" cy="493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52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A1ED-02D5-7932-A0D5-0448FB94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090" y="365125"/>
            <a:ext cx="8173616" cy="132556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chemeClr val="accent4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2: Fire Detection</a:t>
            </a:r>
            <a:b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11550-43D9-12F9-197F-97FC1E668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99310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the enhanced image.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the presence of fire and smoke using computer vision.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fire based on color, shape, and motion features.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the detection result.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 Detected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Fire Detected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1F445999-C2A0-BA31-7C36-78FBC7747B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479019" y="349748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FBAA8B04-B0B4-41E6-FA89-03A4F84618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30811" y="36512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554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434C-CB06-6D6B-C84D-F814EADBF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2: OUTPUT 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F5216E8D-25A8-6407-1381-80D978FB28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479019" y="349748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CA2407AF-7116-55DF-F772-5E8A1CC9CF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30811" y="36512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30AE9E-3FF1-4AAD-ED22-B4E5CF0AD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9959" y="1690688"/>
            <a:ext cx="12052041" cy="512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58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E591-A3F3-072F-3F05-63611909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579" y="870135"/>
            <a:ext cx="8897740" cy="132556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3: Alarm Generation</a:t>
            </a:r>
            <a:br>
              <a:rPr lang="en-IN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F356-4234-4E41-BDE2-186D38A43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172"/>
            <a:ext cx="10515600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the fire detection result.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an alarm if fire or smoke is detected.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a warning message.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 users for immediate action.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Alarm activated</a:t>
            </a:r>
            <a:r>
              <a:rPr lang="en-US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 a warning notification.</a:t>
            </a:r>
          </a:p>
          <a:p>
            <a:endParaRPr lang="en-IN" dirty="0"/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92B22205-F509-6B22-B11F-6AC27DE63B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301738" y="488842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7D82E5F0-3ED7-70A5-79C7-2A025593FA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68134" y="52289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52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A5C-675F-2F1E-AE39-A7B35CA5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3:OUTPUT 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831D75A2-23C7-827C-F197-2DBB15F9C8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301738" y="488842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8E39D014-CCA5-6F74-4D09-91354BACB1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68134" y="52289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5771F3F-2DFA-C549-DE8B-47BA00C89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199" y="2258009"/>
            <a:ext cx="9535885" cy="437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56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9FF2-6114-8CAE-279F-6E937275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endParaRPr lang="en-IN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1F819BE5-8D79-40ED-EED1-A99C83C0FF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301738" y="488842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AF22EF19-5FA8-D3AC-E09A-B3C01FBE2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68134" y="52289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94A7E76-DC34-384F-D161-D45C35BEC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75885" y="2085552"/>
            <a:ext cx="11240229" cy="459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80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6E58-60E5-ECF0-AEA9-51A206E9F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275" y="128403"/>
            <a:ext cx="931545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 </a:t>
            </a:r>
            <a:endParaRPr lang="en-IN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A635CC1F-60C2-1330-B615-D846971588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143515" y="190262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6910FA6B-9CA8-2117-791C-D58B6AD195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68134" y="382086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1F61022-DE6B-4C2D-6E2E-6C9CEEF045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551" y="1653402"/>
            <a:ext cx="784276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Detection Accuracy: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effectively detects fire and smoke from images and video frames.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Performance: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Computer vision models provide fast detection and support real-time monitoring.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can generate alerts quickly, helping reduce possible loss of life and property.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Safety: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approach can be useful in homes, industries, offices, warehouses, and public places.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DC5DDF-87CE-CD9C-9A6A-0FCC2C0C3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319" y="1653402"/>
            <a:ext cx="4139681" cy="414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06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57E24-DD3A-10EC-8A42-396867A4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5" y="586228"/>
            <a:ext cx="996315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55E9A3C5-2DC9-9FE9-4E90-6DE9F260EE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301738" y="488842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8F25E612-DAB3-727A-9542-A269FE1B05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68134" y="52289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0AB93F1-BA8E-A9A6-AA9C-E6078643ED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21841"/>
            <a:ext cx="812482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Fire and Smoke Detection Using Computer Vision system provides an effective solution for detecting fire and smoke.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and AI enable fast and automated detection from images and videos.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provide early warnings, improving safety and reducing potential damage.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applied in homes, industries, offices, warehouses, forests, and public places.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77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577B-5D34-D666-7168-2263AB05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SE-Computer Science and Engineering">
            <a:extLst>
              <a:ext uri="{FF2B5EF4-FFF2-40B4-BE49-F238E27FC236}">
                <a16:creationId xmlns:a16="http://schemas.microsoft.com/office/drawing/2014/main" id="{B95D8890-1A96-2B31-73F0-ED60812473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301738" y="488842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SE-Computer Science and Engineering">
            <a:extLst>
              <a:ext uri="{FF2B5EF4-FFF2-40B4-BE49-F238E27FC236}">
                <a16:creationId xmlns:a16="http://schemas.microsoft.com/office/drawing/2014/main" id="{B63FDCE4-2541-F33A-AE20-B9550C7689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968134" y="52289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D66D6A9-223F-530C-F4EA-931DC7A147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9576" y="1983682"/>
            <a:ext cx="6840310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CCTV Monitoring: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 fire and smoke continuously from live camera feeds.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Notifications: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Send instant alerts to users through a mobile application.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Connect the system with sensors and IoT devices for better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 detection results and images securely in the cloud.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AI Models: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advanced deep learning models to improve detection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Camera Support: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Monitor multiple locations simultaneously from a single dashboard.</a:t>
            </a:r>
          </a:p>
        </p:txBody>
      </p:sp>
      <p:pic>
        <p:nvPicPr>
          <p:cNvPr id="6147" name="Picture 3" descr="AI generated image">
            <a:extLst>
              <a:ext uri="{FF2B5EF4-FFF2-40B4-BE49-F238E27FC236}">
                <a16:creationId xmlns:a16="http://schemas.microsoft.com/office/drawing/2014/main" id="{69A3571B-68B4-11B5-C704-705AC6759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482" y="2146195"/>
            <a:ext cx="4680857" cy="439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703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E87E2-5474-730C-2E21-E520553B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B67A-EB00-7605-2D0B-F6C3290CF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Amjad, A.,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Huroon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M., Chang, H.-T., &amp; Tai, L.-C. (2025). 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Fire and Smoke Detection Module with Enhanced Feature Integration and Attention Mechanisms. </a:t>
            </a:r>
            <a:r>
              <a:rPr kumimoji="0" lang="en-US" altLang="en-US" sz="2600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 Analysis and Applications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28(2),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Article 81. https://doi.org/10.1007/s10044-025-01461-6.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Abozeid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&amp;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Alanazi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 (2026). 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Approach for Early Smoke/Fire Detection Using Vision Sensors in Smart Cities. </a:t>
            </a:r>
            <a:r>
              <a:rPr kumimoji="0" lang="en-US" altLang="en-US" sz="2600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Article 11387. 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Lilhore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U. K., et al. (2026). Real Time Fire and Smoke Detection Using Vision Transformers and Spatiotemporal Learning. </a:t>
            </a:r>
            <a:r>
              <a:rPr kumimoji="0" lang="en-US" altLang="en-US" sz="260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16, Article 8928.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Wang, C. (2025). Wildfire Smoke Detection System: Model Architecture, Training Mechanism, and Dataset. </a:t>
            </a:r>
            <a:r>
              <a:rPr kumimoji="0" lang="en-US" altLang="en-US" sz="2600" b="0" i="1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Intelligent Systems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441C846-2748-1D78-4BA6-FA16BDAF6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1" name="Picture 7">
            <a:hlinkClick r:id="rId2"/>
            <a:extLst>
              <a:ext uri="{FF2B5EF4-FFF2-40B4-BE49-F238E27FC236}">
                <a16:creationId xmlns:a16="http://schemas.microsoft.com/office/drawing/2014/main" id="{C8F85DAC-9121-C191-599E-28ADF4451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3825" y="-85407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10191E1B-FDE8-D572-C13D-FFD4E3467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901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3" name="Picture 9">
            <a:hlinkClick r:id="rId2"/>
            <a:extLst>
              <a:ext uri="{FF2B5EF4-FFF2-40B4-BE49-F238E27FC236}">
                <a16:creationId xmlns:a16="http://schemas.microsoft.com/office/drawing/2014/main" id="{77DD6394-B479-6809-59E3-103EB8472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6225" y="-70167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B2D729C-7A0A-8598-90D6-8E0C72D7B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74"/>
          <a:stretch>
            <a:fillRect/>
          </a:stretch>
        </p:blipFill>
        <p:spPr bwMode="auto">
          <a:xfrm>
            <a:off x="472224" y="365125"/>
            <a:ext cx="1072923" cy="120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SE-Computer Science and Engineering">
            <a:extLst>
              <a:ext uri="{FF2B5EF4-FFF2-40B4-BE49-F238E27FC236}">
                <a16:creationId xmlns:a16="http://schemas.microsoft.com/office/drawing/2014/main" id="{78AF6E1E-C492-BD5A-8429-5C71751F0F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9" r="34737"/>
          <a:stretch>
            <a:fillRect/>
          </a:stretch>
        </p:blipFill>
        <p:spPr bwMode="auto">
          <a:xfrm>
            <a:off x="10813624" y="319535"/>
            <a:ext cx="1080351" cy="101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130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C1AD-E358-2F85-4C93-0C589A6D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B1500-2679-5922-1BB1-B4AA16230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4" name="Picture 4" descr="Thanks You White Transparent, Brush Thank You, Vector Material, Thank You,  Brush PNG Image For Free Download">
            <a:extLst>
              <a:ext uri="{FF2B5EF4-FFF2-40B4-BE49-F238E27FC236}">
                <a16:creationId xmlns:a16="http://schemas.microsoft.com/office/drawing/2014/main" id="{3FF40D76-9CDD-2C21-1653-3AA54B5A8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2526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172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1026</Words>
  <Application>Microsoft Office PowerPoint</Application>
  <PresentationFormat>Widescreen</PresentationFormat>
  <Paragraphs>115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-apple-system-body</vt:lpstr>
      <vt:lpstr>Aptos</vt:lpstr>
      <vt:lpstr>Aptos Display</vt:lpstr>
      <vt:lpstr>Aptos Narrow</vt:lpstr>
      <vt:lpstr>Arial</vt:lpstr>
      <vt:lpstr>Calibri</vt:lpstr>
      <vt:lpstr>Times New Roman</vt:lpstr>
      <vt:lpstr>Wingdings</vt:lpstr>
      <vt:lpstr>Office Theme</vt:lpstr>
      <vt:lpstr>Fire and Smoke Detection </vt:lpstr>
      <vt:lpstr> Introduction </vt:lpstr>
      <vt:lpstr>Abstract </vt:lpstr>
      <vt:lpstr>Objective </vt:lpstr>
      <vt:lpstr>Problem Statement </vt:lpstr>
      <vt:lpstr>PowerPoint Presentation</vt:lpstr>
      <vt:lpstr>PowerPoint Presentation</vt:lpstr>
      <vt:lpstr>Module 1: Image Enhancement </vt:lpstr>
      <vt:lpstr>Module 1 OUTPUT </vt:lpstr>
      <vt:lpstr>Module 2: Fire Detection </vt:lpstr>
      <vt:lpstr>Module 2: OUTPUT </vt:lpstr>
      <vt:lpstr>Module 3: Alarm Generation </vt:lpstr>
      <vt:lpstr>Module 3:OUTPUT </vt:lpstr>
      <vt:lpstr>IMPLEMENTATION </vt:lpstr>
      <vt:lpstr>Results and Discussions </vt:lpstr>
      <vt:lpstr>Conclusion</vt:lpstr>
      <vt:lpstr>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kokamounith@gmail.com</dc:creator>
  <cp:lastModifiedBy>kokamounith@gmail.com</cp:lastModifiedBy>
  <cp:revision>3</cp:revision>
  <dcterms:created xsi:type="dcterms:W3CDTF">2026-07-19T05:26:18Z</dcterms:created>
  <dcterms:modified xsi:type="dcterms:W3CDTF">2026-09-02T03:53:27Z</dcterms:modified>
</cp:coreProperties>
</file>